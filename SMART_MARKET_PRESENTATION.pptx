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🏪 Smart Market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 de Varejo para Supermercados e Padarias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Xperts | CNPJ 32.794.007/0001-19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Problema do Varejo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Desafios Atuais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Taxa de perdas por obsolescência: 3-4% do faturamento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Produtos deixam de ser vendidos sem visibilidade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Previsões imprecisas (±15% de erro)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Oportunidades de cross-sell não identificadas (5% realizado)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Decisões baseadas em intuição, não em dados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Impacto de eventos externos não monitorado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 Solução: Smart Market v3.0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</a:rPr>
              <a:t>50 Variáveis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Monitoramento de clima, economia, eventos, concorrentes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402336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</a:rPr>
              <a:t>Previsões EMA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18288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Precisão ±5% com ajustes por dia da semana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402336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</a:rPr>
              <a:t>RFM Analysis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44805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Segmentação de clientes (Premium, Regular, Risco)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3840480"/>
            <a:ext cx="402336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</a:rPr>
              <a:t>Anomalias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44805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Detecção automática com Z-score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50 Variáveis em Tempo Real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7315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9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Categorias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Categorias de Dados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🌤️ Clima: temperatura, precipitação, umidade, índice UV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880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💹 Economia: inflação, taxa de juros, desemprego, PIB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291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📅 Eventos: feriados, festividades (Carnaval, Black Friday, Natal)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703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🏪 Concorrentes: promoções, produtos novos, preços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114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📦 Inventário: estoque, rotatividade, produtos obsoletos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526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👥 Social: trends, memes, comportamento de rede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Como Reduz Taxa de Perdas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Detecta Saída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Identifica produtos sem venda por 7+ dias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06040" y="1234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7BC62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606040" y="109728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06040" y="1828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Analisa Causas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06040" y="21945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Clima ruim? Competidor? Preço alto?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234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7BC62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54880" y="1828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Recomenda Ação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21945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Promoção, realocação ou desconto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03720" y="1234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7BC62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903720" y="109728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03720" y="1828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Executa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21945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Implementar ação recomendada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0" y="3474720"/>
            <a:ext cx="7315200" cy="1097280"/>
          </a:xfrm>
          <a:prstGeom prst="rect">
            <a:avLst/>
          </a:prstGeom>
          <a:solidFill>
            <a:srgbClr val="E8F5E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37490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</a:rPr>
              <a:t>Resultado: Redução de 3-4% para &lt;1% em taxa de perdas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Como Eleva Receita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Três Estratégias Principais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📈 Cross-Sell Inteligente: +18-22% (pão + queijo, carne + vinho)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⬆️ Up-Sell Efetivo: +12-15% (produtos premium para clientes Premium)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🎯 Segmentação RFM: atender cada cliente com a estratégia correta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Exemplo Prático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Cliente João Silva (Premium): compra carne toda semana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Sistema identifica: "João + Carne = oportunidade de Queijo/Vinho"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Treinamento do caixa: "Temos queijo artesanal que combina"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480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Resultado: +R$ 50-100 por semana por cliente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Análises Preditivas Disponíveis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</a:rPr>
              <a:t>Previsão de Vendas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EMA com ajustes por dia da semana, MAPE ±5%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402336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</a:rPr>
              <a:t>Taxa de Saída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6459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Produtos parados em dias/kg/R$ por unidade e setor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402336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3200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</a:rPr>
              <a:t>RFM Segmentation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Clientes Premium, Regular, Em Risco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3108960"/>
            <a:ext cx="402336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86400" y="3200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</a:rPr>
              <a:t>Cross/Up-sell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3657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Pares de produtos + preço ideal de sugestão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5120640"/>
            <a:ext cx="402336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212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97280" y="5212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</a:rPr>
              <a:t>Anomalias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56692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Desvios automáticos (Z-score &gt; 3)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5120640"/>
            <a:ext cx="402336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5212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86400" y="5212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</a:rPr>
              <a:t>Períodos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56692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Diário, Semanal, Quinzenal, Mensal, Anual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Dashboard Executivo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📱 Interface Intuitiva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🎨 Design elegante com paleta verde cana e limão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📊 Gráficos com período filtrável (Dia/Semana/Mês/Ano)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🔍 Busca avançada para encontrar eventos e variáveis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📈 Sparklines ASCII para visualização rápida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⌨️ Navegação por teclado (↓↑ Enter Esc)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⚡ Performance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Search &lt; 50ms | Filtros &lt; 200ms | Carregamento &lt; 2s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Resultados Esperados (3 meses)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Precisão Vendas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926080" y="1188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±15%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80560" y="1188720"/>
            <a:ext cx="1645920" cy="3657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448056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±5%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3C7E"/>
                </a:solidFill>
              </a:rPr>
              <a:t>3x melhor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Taxa de Perdas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0" y="1691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3-4%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1691640"/>
            <a:ext cx="1645920" cy="3657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691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&lt;1%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1691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3C7E"/>
                </a:solidFill>
              </a:rPr>
              <a:t>70% redução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Cross-sell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26080" y="2194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5%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80560" y="2194560"/>
            <a:ext cx="1645920" cy="3657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2194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18-22%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3C7E"/>
                </a:solidFill>
              </a:rPr>
              <a:t>4x aumento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Tendências ID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26080" y="2697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Manual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80560" y="2697480"/>
            <a:ext cx="1645920" cy="3657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2" name="Text 20"/>
          <p:cNvSpPr/>
          <p:nvPr/>
        </p:nvSpPr>
        <p:spPr>
          <a:xfrm>
            <a:off x="4480560" y="2697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Automática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3C7E"/>
                </a:solidFill>
              </a:rPr>
              <a:t>Contínuo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ROI - Investimento e Retorno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Supermercado Médio (1000m² • Faturamento: R$ 120k/mês)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1371600"/>
          </a:xfrm>
          <a:prstGeom prst="rect">
            <a:avLst/>
          </a:prstGeom>
          <a:solidFill>
            <a:srgbClr val="FFEBEE"/>
          </a:solidFill>
          <a:ln w="25400">
            <a:solidFill>
              <a:srgbClr val="E85D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</a:rPr>
              <a:t>Investimento Inicial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Server: R$ 5.000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Integração: R$ 2.000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Treinamento: R$ 1.500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TOTAL: R$ 8.500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1371600"/>
          </a:xfrm>
          <a:prstGeom prst="rect">
            <a:avLst/>
          </a:prstGeom>
          <a:solidFill>
            <a:srgbClr val="E8F5E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Retorno Mensal (Mês 1)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8288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Redução Perdas: +R$ 4.000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Cross-sell: +R$ 3.600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Up-sell: +R$ 2.160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TOTAL: +R$ 9.760/mês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017520"/>
            <a:ext cx="7315200" cy="8229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1546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🎯 Payback: 25 dias | Lucro Anual: R$ 107.560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Integração Perfeita com PDV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🔗 Suporta Principais PDVs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Microvix, Técnapolis, SAT Fiscal, PAF/ECF e Custom APIs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Sincronização automática a cada 5 minutos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Dados em tempo real: vendas, estoque, clientes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💾 Armazenamento Seguro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PostgreSQL local ou Supabase cloud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Backup automático de 24 em 24 horas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Histórico completo de 24 meses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Casos de Uso: Exemplo Prático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192024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Caso: Chuva Forte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Ontem choveu • Vendas caíram 15%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Sistema:  "Desvio -15%, esperado -25% por chuva"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Resultado: ✅ Melhor que esperado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023360" cy="192024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Caso: Black Friday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4630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Sistema identifica Black Friday 15 dias antes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Ações: aumento estoque, combo preparado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Resultado: +40% de vendas esperadas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4023360" cy="192024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Caso: Estoque Morto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Bolo de chocolate: 30 dias sem venda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Sistema sugere: promoção -20%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Resultado: +8 unidades vendidas/dia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108960"/>
            <a:ext cx="4023360" cy="192024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Caso: Cross-sell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35661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Cliente compra carne (frequência: semanal)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Sugestão: "Queijo artesanal combina"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Resultado: +15% ticket médio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Planos de Assinatura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💰 Básico - R$ 299/mês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Até 1 loja • 50 SKUs • Dashboard básico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⭐ Profissional - R$ 799/mês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Até 5 lojas • 5.000 SKUs • RFM + Anomalias + API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🚀 Enterprise - Contato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Ilimitado • Suporte 24/7 • Custom dev • Consultoria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Implementação em Passos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📋 Pré-instalação: Documentação, diagnosticar internet, backups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🔧 Setup: Instalar server, configurar PDV, banco de dados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📚 Treinamento: Gerente (4h), Operacional (2h), TI (8h)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✅ Go-live: Monitoramento primeiro mês, ajustes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📈 Otimização: Acompanhamento contínuo de resultados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Timeline Típico: 15-20 dias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Fundamentações Científicas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📊 EMA (Exponential Moving Average): método padrão em time-series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🔢 Z-Score: detecção estatística de anomalias (|z| &gt; 3 = 99.7% confiança)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📈 RFM Segmentation: modelo de Pareto (80/20) comprovado em varejo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📉 MAPE (Mean Absolute Percentage Error): métrica standard de precisão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🔄 Correlação: análise de relação entre variáveis e vendas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Resultado: Sistema baseado em ciência de dados, não intuição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Por que Smart Market?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50 Variáveis Integradas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✅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7512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Previsão EMA ±5%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554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0" y="1554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±15%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Taxa Saída Automática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468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RFM Segmentation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468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75120" y="2468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Search Avançada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383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Interface Intuitiva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383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✅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75120" y="3383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❌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Próximos Passos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7315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Agendar demo online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Chamamos você para: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📹 Demo ao vivo (30 min) - ver sistema funcionando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880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📝 Discussão de plano (20 min) - customizar para sua loja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291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💬 Q&amp;A (10 min) - tirar dúvidas técnicas e comerciais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Resultado: Proposta personalizada em 48h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Pronto para Transformar seu Varejo?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828800" y="2286000"/>
            <a:ext cx="5486400" cy="7315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22860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Contate-nos Agora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F5F5"/>
                </a:solidFill>
              </a:rPr>
              <a:t>📧 suporte@sevenxperts.com.br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5F5F5"/>
                </a:solidFill>
              </a:rPr>
              <a:t>☎️  (11) 3000-0000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5F5F5"/>
                </a:solidFill>
              </a:rPr>
              <a:t>💬 WhatsApp: (11) 99999-0000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Seven Xperts CNPJ 32.794.007/0001-19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2026-03-26T16:53:14Z</dcterms:created>
  <dcterms:modified xsi:type="dcterms:W3CDTF">2026-03-26T16:53:14Z</dcterms:modified>
</cp:coreProperties>
</file>