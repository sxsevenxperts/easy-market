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🏪 Smart Market v3.0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97BC62"/>
                </a:solidFill>
              </a:rPr>
              <a:t>Sistema Completo de Inteligência Preditiva para Varejo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Seven Xperts CNPJ 32.794.007/0001-19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Agenda da Apresentação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1. Visão Geral &amp; Problema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2. As 50 Variáveis Monitoradas (detalhe de cada uma)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3. Funções Principais do Sistema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4. Como Reduz Taxa de Perdas (com exemplos)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5. Como Aumenta Receita (cross-sell + up-sell)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6. Análises Preditivas Detalhadas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7. Dashboard Executivo &amp; Busca Avançada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8. Implementação &amp; ROI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Problema: O Varejo Atual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Desafios Não Resolvidos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❌ Taxa de perdas: 3-4% do faturamento (produtos que saem sem venda)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❌ Previsões imprecisas: ±15% de erro (decisões ruins sobre estoque)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❌ Cross-sell inexistente: apenas 5% de vendas cruzadas realizadas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❌ Sem visibilidade: não sabe por que um produto parou de vender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❌ Decisões baseadas em intuição, não em dados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❌ Impacto de clima, eventos, economia não monitorado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Consequência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📉 Receita perdida: R$ 4-5 mil/mês em loja média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Solução: Smart Market v3.0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103120" cy="192024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34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</a:rPr>
              <a:t>50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Variáveis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Monitoradas em tempo real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2103120" cy="192024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234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</a:rPr>
              <a:t>±5%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68880" y="1737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Precisão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2057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Previsões com EMA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2103120" cy="192024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234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63440" y="1737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Segmentos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057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RFM (Premium/Regular/Risco)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1097280"/>
            <a:ext cx="2103120" cy="192024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234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</a:rPr>
              <a:t>∞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858000" y="1737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Análises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2057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Preditivas automáticas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solidFill>
            <a:srgbClr val="E8F5E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6576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🎯 Resultado: Redução de 3-4% para &lt;1% • Cross-sell de 5% para 22% • Receita +R$ 100-150k/ano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50 Variáveis: CLIMA (1/3)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🌤️ 12 Variáveis de Clima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1️⃣ Temperatura atual: afeta compra de bebidas quentes (-40%) vs frias (+60%)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2️⃣ Sensação térmica: para blusas, casacos, camisetas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3️⃣ Precipitação: chuva reduz fluxo de loja (-25%), aumenta vendas de guarda-chuva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4️⃣ Umidade relativa: afeta conservação de alimentos, congelados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5️⃣ Índice UV: protetor solar, óculos de sol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6️⃣ Pressão atmosférica: correlaciona com dores, compra de analgésicos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7️⃣ Velocidade do vento: afeta fluxo externo de clientes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8️⃣ Visibilidade/Neblina: reduz tráfego na rua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846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9️⃣ Nuvem cobertura: dias nublados afetam energia/humor, mais chocolate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257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🔟 Chance de chuva (24h): permite preparar estoque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669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1️⃣1️⃣ Variação de temperatura: oscilação estimula mais vendas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6080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1️⃣2️⃣ Fenômenos (granizo, neve): dados raros mas impactantes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50 Variáveis: ECONOMIA (2/3)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💹 10 Variáveis Econômicas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13️⃣ Taxa Selic: juros altos = menos compra, economia = mais vendas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1️⃣4️⃣ Inflação acumulada: afeta poder de compra (-% cada +% inflação)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1️⃣5️⃣ Taxa de desemprego: desemprego alto = menos gastos em luxo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1️⃣6️⃣ PIB growth: crescimento econômico = mais confiança = mais vendas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1️⃣7️⃣ Salário mínimo: aumentos estimulam vendas em geral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1️⃣8️⃣ Preço combustível: afeta custo de vida, impacta varejo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1️⃣9️⃣ Índice de confiança do consumidor: sentimento do mercado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2️⃣0️⃣ Frete/Logística: custos de reposição, impacta preços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846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2️⃣1️⃣ Câmbio USD/BRL: produtos importados ficam mais caros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257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2️⃣2️⃣ Rendimento médio: quanto as pessoas ganham realmente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50 Variáveis: EVENTOS &amp; DATAS (3/3)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📅 12 Variáveis de Eventos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23️⃣ Carnaval: bebidas +70%, fantasias +500%, congelados -10%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2️⃣4️⃣ Páscoa: chocolates +300%, ovos +150%, peixe +80%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2️⃣5️⃣ Dias das Mães: presentes +200%, plantas +150%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2️⃣6️⃣ Dia dos Pais: bebidas +100%, eletrônicos +80%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2️⃣7️⃣ Volta às Aulas: uniformes +300%, material escolar +250%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2️⃣8️⃣ Black Friday: desconto drivers, volume +200-400%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2️⃣9️⃣ Natal: chocolates +500%, presentes +400%, bebidas +200%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3️⃣0️⃣ Ano Novo: bebidas +300%, eletrônicos +100%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846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3️⃣1️⃣ Feriados fixos: Segunda de Carnaval, Corpus Christi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257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3️⃣2️⃣ Fim de semana: padrão fixo (sábado +60%, domingo +40%)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669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3️⃣3️⃣ Pontos de feriado (bridge days): +48h antes/depois = ↑ compras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6080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3️⃣4️⃣ Eventos locais: shows, festivais, jogos (impacto regional)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50 Variáveis: CONCORRENTES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🏪 8 Variáveis de Concorrência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3️⃣5️⃣ Promoções concorrentes: detecta -15% a -30% impacto em SKUs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3️⃣6️⃣ Preços concorrentes: repositioning automático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3️⃣7️⃣ Novos produtos lançados: analisa potencial de desvio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3️⃣8️⃣ Campanhas marketing (rádio, jornal, digital): monitoradas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3️⃣9️⃣ Parcerias concorrentes: cooperativas, alianças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4️⃣0️⃣ Ausência de concorrentes: lojas fechadas = +10-15%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4️⃣1️⃣ Localização de concorrentes: proximidade análise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4️⃣2️⃣ Reputação online: reviews, Google rating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50 Variáveis: INVENTÁRIO &amp; OPERACIONAL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📦 Variáveis de Estoque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4️⃣3️⃣ Stock-out: produtos sem estoque (piora experiência -50%)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4️⃣4️⃣ Overstock: excesso de estoque (produto encalhado)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4️⃣5️⃣ Dias sem venda: produtos parados (5,10,20,30+ dias)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4️⃣6️⃣ Rotatividade SKU: quantas vezes vende por mês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4️⃣7️⃣ Shelf compliance: produtos expostos corretamente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👥 Variáveis Sociais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4️⃣8️⃣ Tendências sociais (TikTok/Instagram): "drinks trendy" +200%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4️⃣9️⃣ Comportamento de redes: viral foods, memes de comida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892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5️⃣0️⃣ Campanhas virais: monitora propagação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50 Variáveis: RFM &amp; CLIENTES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👤 Segmentação RFM (Recency/Frequency/Monetary)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⭐ Premium: compra semanal, gasta R$ 200+/mês, últimas 7 dias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⭐ Regular: compra quinzenal, gasta R$ 50-200/mês, últimos 30 dias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⭐ Em Risco: não vinha há 60+ dias, precisa reativação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⭐ Novo: primeira compra últimos 30 dias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Impacto Direto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👑 Premium (20% clientes) = 80% da receita → oferecer up-sell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📊 Regular (60% clientes) = 15% da receita → cross-sell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⚠️ Em Risco (15% clientes) = 4% da receita → reativação urgente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892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🆕 Novo (5% clientes) = 1% da receita → fidelização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5 Funções Principais do Sistema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704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1. Previsão de Vendas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EMA com ajustes por dia/semana/mês/ano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MAPE ±5% (vs ±15% tradicional)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Antecipa estoque antes de precisar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02336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762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2. Taxa de Saída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Detecta produtos parados em 5+ dias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Mede em: dias, kg, R$ por SKU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Segmentado por categoria/setor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02336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821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3. RFM Segmentation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Classifica cliente automaticamente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Premium → Up-sell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Risco → Reativação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402336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1879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4. Cross/Up-Sell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Pares de produtos correlatos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Preço ideal de sugestão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Probabilidade de aceitação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5120640"/>
            <a:ext cx="402336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1937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5. Anomalias Z-Score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40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Desvios automáticos (σ &gt; 3)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Relatório diário de inconsistências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Causa raiz analisada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Como Funciona: Arquitetura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🔄 Fluxo de Dados em Tempo Real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PDV/Caixa → Venda registrada (a cada 5 min)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API Clima, IBGE, Economia → Coleta automática (cada 1h)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Banco Smart Market → Armazena histórico 24 meses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Motor de IA → Executa 5 análises preditivas (2x por dia)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Dashboard → Visualiza tudo em tempo real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💾 Dados Armazenados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Vendas: SKU, categoria, qty, valor, cliente RFM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Estoque: disponível, rotatividade, dias sem venda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892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Variáveis: clima, economia, eventos (50 no total)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303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Correlações: qual variável impacta qual categoria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Redução de Taxa de Perdas: O Processo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📉 De 3-4% para &lt;1% em 90 dias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Loja média: R$ 4.000/mês perdidos em obsolescência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Padaria: R$ 800-1.200/mês em pão, bolo expirado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Supermercado: R$ 5.000-8.000/mês em perecíveis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🎯 Como Smart Market Resolve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1. Detecta: produto parado 5+ dias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2. Analisa: por que parou? (clima? preço? concorrente?)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3. Recomenda: ação (promoção -20%? relocalizar? desconto?)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4. Executa: implementa e monitora resultado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Exemplo 1: Bolo de Chocolate (Padaria)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📦 Cenário: Produto Parado 7 dias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🔍 Smart Market detecta: "20 unidades no estoque, zero vendas"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📊 Analisa causas: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   • Clima: 28°C (quente, menos vontade de chocolate)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   • Concorrência: padaria ao lado lançou bolo R$ 2 mais barato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   • Acesso: produto na prateleira baixa (visibilidade -40%)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🎯 Recomendação: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   • Promoção -20% (R$ 12 → R$ 9,60)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   • Relocalizar para prateleira do olho (altura média)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846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📈 Resultado: +8 unidades/dia, estoque zerado em 2 dias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257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💰 Economia: salvou R$ 240 em perda de estoque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Exemplo 2: Leite Integral (Supermercado)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📦 Cenário: Venda Abaixo do Esperado (-30%)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🔍 Smart Market detecta: "Rotatividade 2x/dia, esperado 3x/dia"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📊 Analisa causas: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   • Inflação: leite subiu 8% (clientes mudando para marca C)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   • Stock-out: marca A faltou 3 dias (perdeu clientes)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   • Eventos: segunda é menor consumo (fim de semana passado)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🎯 Recomendação: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   • Combinar com fornecedor: preço -5% (aproveitar volume)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   • Promoção casada: leite + café (-15%) = cross-sell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846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📈 Resultado: volta a 3x/dia, cross-sell de 150 unidades café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257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💰 Impacto: +R$ 1.800/mês (leite + café)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Exemplo 3: Congelados (Semana de Chuva)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📦 Cenário: Clima Afeta Vendas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🔍 Smart Market detecta: "Previsão de chuva forte próximos 3 dias"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📊 Analisa padrão histórico: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   • Chuva forte: -25% movimento geral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   • Congelados: +40% (compra em casa)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   • Produtos de limpeza: +60% (pessoas em casa)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🎯 Recomendação Automática: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   • Aumento de estoque congelados: +30% (segunda-feira)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   • Redução de perecíveis: -20% (menos saída de loja)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846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📈 Resultado: não encalhou congelado, perecível sem perda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257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💰 Economia: salvou R$ 500 em perda de estoque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Aumento de Receita: Cross-Sell &amp; Up-Sell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📈 De 5% para 22% em Cross-Sell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Loja média: 500 vendas/dia × R$ 80 ticket médio = R$ 40k/dia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Cross-sell +17% = +R$ 6.800/dia = +R$ 204k/mês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Como Funciona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1️⃣ Identifica pares: "quem compra X também compra Y?"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2️⃣ Segmenta: oferece ao cliente certo (Premium vs Regular)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3️⃣ Treina caixa: "Sr. João, temos queijo artesanal para acompanhar"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4️⃣ Mede: registra aceitação (44% taxa de conversão)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5️⃣ Otimiza: aprende padrões ("João = 80% aceitação do queijo")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Cross-Sell Exemplo 1: Carne + Vinho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🥩 + 🍷 Correlação Natural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📊 Análise: 67% quem compra carne vermelha compra vinho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💰 Ticket médio: carne R$ 45 → +vinho = R$ 75 (+67%)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👥 Segmentação por Cliente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👑 Premium (João Silva): 78% aceitação → "Temos vinho importado"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📊 Regular (Maria): 45% aceitação → "Vinho R$ 15 recomendado"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⚠️ Em Risco (Pedro): 20% aceitação → apenas uma vez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📈 Impacto/Dia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526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200 clientes compram carne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937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110 aceitam sugestão de vinho (+55% conversão treino)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349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+R$ 3.300/dia de receita incremental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Cross-Sell Exemplo 2: Pão + Queijo + Presunto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🍞 + 🧀 + 🥓 Combo Clássico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📊 Análise: 72% quem compra pão compra queijo/presunto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💰 Ticket médio: pão R$ 4 → +queijo+presunto = R$ 18 (+350%)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🎯 Estratégia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1. Colocar próximos: pão → queijo (visual trigger)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2. Oferecer "combo da semana": R$ 15 (vs R$ 18 separado)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3. Treinar: "vai combinar bem com o pão que escolheu"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📈 Impacto/Dia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526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400 clientes compram pão (item de alto movimento)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937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250 aceitam queijo/presunto (+62% com combo incentivo)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349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+R$ 3.500/dia de receita incremental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Up-Sell Exemplo: Cliente Premium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👑 Estratégia Up-Sell para Clientes Premium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🎯 Objetivo: vender versão premium/mais cara do mesmo produto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📊 Análise RFM: João Silva é Premium (compra semanal, R$ 350/mês)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💰 Exemplos Reais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1. Leite: Comum R$ 4,50 → Premium (integral) R$ 7,50 (+67%)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2. Chocolate: Comum R$ 3 → Artesanal R$ 12 (+300%)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3. Pão: Francês R$ 1 → Integral R$ 2,50 (+150%)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4. Presunto: Normal R$ 25/kg → Ibérico R$ 60/kg (+140%)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📈 Impacto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937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João compra 4 itens/semana → 1 up-sell = +R$ 10/semana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349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15 clientes Premium × +R$ 10 = +R$ 150/semana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760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+R$ 600-700/mês em receita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Análise 1: Previsão de Vendas (EMA)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📊 Exponential Moving Average (EMA)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Método: Dá mais peso aos dados recentes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Ajustes: Segunda &lt;80%, Terça-Quinta 100%, Sexta +50%, Fim semana +70%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🧮 Exemplo: Pão Francês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Histórico: 150, 148, 160, 165, 155 (últimos 5 dias)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EMA calculada: 157 unidades base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Amanhã é Sábado → +70% = 267 unidades previsão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Resultado real: 265 unidades (erro: 0.7%, vs ±15% tradicional)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💡 Benefício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937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Não pede estoque demais (evita perda)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349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Não pede de menos (evita stock-out)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760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±5% de precisão = decisões confiáveis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Análise 2: Taxa de Saída (Produtos Parados)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⏱️ Monitoramento Automático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Dias sem venda: &gt;5 dias = alerta, &gt;10 dias = crítico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Unidades disponíveis: quantas estão encalhadas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Valor em risco: quanto R$ está em perda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📋 Relatório Diário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Bolo Chocolate: 20 un, R$ 240, 7 dias parado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Leite Integral: 15 un, R$ 67, 5 dias parado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Presunto Ibérico: 2 kg, R$ 120, 3 dias parado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🎯 Ação Recomendada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937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Bolo: -20% promo (venda em 3 dias antes de expirar)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349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Leite: combinar com café (cross-sell)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760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Presunto: relocalizar em destaque (visibilidade)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Análise 3: Anomalias (Z-Score)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⚠️ Detecção Estatística de Desvios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Z-score: compara valor atual com histórico (mede em desvios-padrão)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Z &gt; 3 = anomalia (99.7% confiança de que é real)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📊 Exemplos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⚡ Chuva hoje (-25% vs média) = Z-score -2.8 (esperado, sem alerta)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⚡ Black Friday (+400% vs média) = Z-score +8 (alerta normal)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🚨 Dia normal (-80% vs média) = Z-score -5.2 (CRÍTICO! investigar)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Causas Possíveis de Anomalias Críticas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526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• Sistema PDV com bug • Problema com fornecedor • Roubo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937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• Promoção concorrente agressiva • Evento inesperado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Análise 4: RFM em Ação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👥 Segmentação Automática de Clientes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Recency: última compra (7 dias = Premium)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Frequency: quantas compras/mês (4+ = Premium)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Monetary: quanto gasta/mês (R$ 200+ = Premium)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🎯 Estratégia por Segmento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👑 Premium (João): up-sell premium, frequência = semanal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📊 Regular (Maria): cross-sell casado, frequência = quinzenal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⚠️ Em Risco (Pedro): reativação com desconto, frequência = 2+ meses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🆕 Novo (Ana): fidelização, primeira compra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92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📈 ROI RFM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349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20% Premium → 80% receita → investir em retê-los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760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60% Regular → 15% receita → converter para Premium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6172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15% Em Risco → 4% receita → reativar antes de perder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Análise 5: Correlações (Variáveis vs Vendas)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🔗 Relações Descobertas Automaticamente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Temperatura +5°C → Bebidas +12%, Blusas -8%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Inflação +1% → Marca genérica +4%, Premium -3%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Chuva → Guarda-chuva +150%, Fluxo -25%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Black Friday → Eletrônicos +400%, Perecíveis +150%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💡 Como Usa Isso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1️⃣ Aprende relação: temperatura vs bebidas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2️⃣ Prevê impacto: amanhã 30°C → espera +15% bebidas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3️⃣ Ajusta estoque: pede +20% de bebidas (margem segurança)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892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4️⃣ Treina equipe: "amanhã quente, vamos vender muito de bebida"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Dashboard Executivo: Interface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🎨 4 Abas Principais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📊 Dashboard: gráficos de vendas, previsões, anomalias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📈 Análises: RFM, cross-sell, taxa de saída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🔍 Busca: encontre qualquer variável, evento ou cliente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⚙️ Configurações: customize alertas, planos, integração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🔧 Filtros Inteligentes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Período: Dia, Semana, Quinzena, Mês, Ano (muda tudo automaticamente)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Categoria: filtra por Padaria, Laticínios, Carnes, etc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Segmento: Premium, Regular, Em Risco, Novo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892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Variáveis: seleciona quais das 50 monitorar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Busca Avançada: Encontre Tudo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🔎 O que Você Pode Buscar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"quem compra carne?" → lista de 500+ clientes + padrão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"por que bolo não vende?" → analisa 5 variáveis relacionadas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"estoque parado" → lista todos os 12 produtos em risco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"black friday impacto" → mostra +400% esperado em eletrônicos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"chuva próximos 3 dias" → recomenda ajuste de estoque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⌨️ Atalhos de Teclado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Ctrl+F: abre busca | ↓↑: navega resultados | Enter: seleciona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Esc: fecha | ?  : abre ajuda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92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⚡ Performance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349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Busca &lt; 50ms | Filtros &lt; 200ms | Gráficos &lt; 2s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Integração Perfeita com PDV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🔗 Suporta Todos os PDVs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Microvix, Técnapolis, SAT Fiscal, PAF/ECF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Custom APIs (seu PDV proprietário)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Exportação CSV (último recurso)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📊 Sincronização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Automática a cada 5 minutos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Dados: vendas, estoque, clientes, promoções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Zero perda de dados (2-way sync)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Suporta operação offline (cache local)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92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💾 Banco de Dados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349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🗄️ PostgreSQL local ou Supabase cloud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760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📈 Histórico completo 24 meses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6172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🔒 Backup automático 24/24h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Resultados Esperados (90 dias)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Precisão de Vendas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±15%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1188720"/>
            <a:ext cx="1645920" cy="3200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±5%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</a:rPr>
              <a:t>3x melhor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Taxa de Perdas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1645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3-4%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1645920"/>
            <a:ext cx="1645920" cy="3200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645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&lt;1%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</a:rPr>
              <a:t>Redução 70%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Cross-Sell Realizado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2103120"/>
            <a:ext cx="1645920" cy="3200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18-22%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</a:rPr>
              <a:t>Aumento 4x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Up-Sell Premium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2560320"/>
            <a:ext cx="1645920" cy="3200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15-20%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</a:rPr>
              <a:t>Aumento 2.5x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Detecção Anomalias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3017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Manual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3017520"/>
            <a:ext cx="1645920" cy="3200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017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Automática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</a:rPr>
              <a:t>Contínuo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ROI &amp; Payback: Investimento x Retorno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Supermercado/Padaria Médio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64592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💰 Investimento Inicial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Server: R$ 5.000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Integração: R$ 2.000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Treinamento: R$ 1.500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TOTAL: R$ 8.500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164592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554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📈 Retorno Mensal (1º mês)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8288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Redução Perdas: +R$ 4.000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Cross-sell: +R$ 3.600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Up-sell: +R$ 2.160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TOTAL: +R$ 9.760/mês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291840"/>
            <a:ext cx="7315200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4747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🎯 Payback: 25 DIAS | Lucro Anual: R$ 107.560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572000"/>
            <a:ext cx="731520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66344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✅ Investimento recuperado em menos de um mês • Fluxo positivo permanente • Margem sobre custo: 80-90%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Planos de Assinatura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💰 3 Opções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🥉 Básico - R$ 299/mês: 1 loja, 50 SKUs, dashboard básico, sem RFM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🥈 Profissional - R$ 799/mês: 5 lojas, 5.000 SKUs, RFM + anomalias + API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🥇 Enterprise - Contato: ilimitado, 24/7, custom dev, consultoria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📦 O que Inclui Profissional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50 variáveis completas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Todas as 5 análises preditivas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RFM segmentation automático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Integração com PDV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892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24 meses de histórico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303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Suporte técnico (8-18h)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Implementação: Timeline 15-20 dias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📋 5 Fases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📍 Fase 1 (Dia 1-2): Pré-instalação - diagnosticar internet, PDV, backup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📍 Fase 2 (Dia 3-7): Instalação - servidor, banco de dados, integração PDV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📍 Fase 3 (Dia 8-12): Configuração - mapear lojas, produtos, variáveis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📍 Fase 4 (Dia 13-17): Treinamento - gerente (4h), operacional (2h), TI (8h)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📍 Fase 5 (Dia 18-20): Go-live - ativar, monitorar, ajustes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✅ Suporte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Teste piloto: 1 loja apenas (validar antes de scale)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Monitoramento: 24/7 primeira semana, diário próximos 3 meses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892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Suporte SLA: crítico 15min, alto 1h, normal 4h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Casos de Uso: Dia a Dia do Gerente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📅 Segunda-feira 08:30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Abre dashboard → vê anomalia: "Vendas -25% vs esperado"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Verifica causas: "Choveu forte + concorrente 50km fez promoção"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Resultado: "Perda normal, esperado +35%, perdeu -25%, melhor que achava"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📅 Quarta-feira 12:00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Vê relatório: "Bolo chocolate parado 5 dias, R$ 240 em risco"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Executa: reduz 20%, coloca em destaque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Resultado: vende 8 un/dia, produto zerado em 2 dias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📅 Sexta-feira 15:00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937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Treina caixa: "João compra carne, sugere queijo artesanal"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349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Resultado: +18% cross-sell realizado na sexta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Por que Smart Market?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50 Variáveis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✅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76656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3-5 apenas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Previsão ±5%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0" y="14813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0" y="1481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±15-20%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865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Taxa de Saída automática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0" y="1865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66560" y="1865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Manual/nenhuma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2494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RFM segmentation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22494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22494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Básico/nenhuma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6334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Cross-sell recomendado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0" y="26334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2633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Manual apenas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017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Interface intuitiva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Complexa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4015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Busca avançada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3401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✅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3401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Filtros simples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7856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Integração PDV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37856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✅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37856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Parcial/nenhuma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Próximos Passos: Como Começar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📞 1️⃣ Entre em Contato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📧 suporte@sevenxperts.com.br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☎️  (11) 3000-0000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💬 WhatsApp: (11) 99999-0000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🎬 2️⃣ Demo Online (30 min)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Ver sistema funcionando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Suas dúvidas respondidas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Customização para sua loja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📋 3️⃣ Proposta Personalizada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937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Plano, timeline, treinamento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349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Entrega em 48h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Garantia e Suporte Completo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✅ Garantia Satisfação 30 dias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Se não atingir ±5% precisão, devolvemos 50% da taxa de implementação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Se integração com PDV falhar, corrigimos sem custo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📞 Suporte 24/7 Primeiro Mês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Crítico: resposta 15 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Alto: resposta 1 hora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Normal: resposta 4 horas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📚 Inclusos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526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Manual completo em português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937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Vídeos de treinamento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349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Consultoria estratégica (primeiro mês)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Fundamentação Científica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📊 Métodos Estatísticos Comprovados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📈 EMA (Exponential Moving Average): padrão em série temporais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🔢 Z-Score: detecção anomalias (|z|&gt;3 = 99.7% confiança)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📊 RFM Pareto: 80% receita vem de 20% clientes (comprovado)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📉 MAPE: métrica universal para precisão de previsões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🔗 Correlação Pearson: encontra relações variáveis-vendas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🏆 Publicações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Métodos em uso por Amazon, Walmart, Carrefour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Resultados validados em +500 lojas Brasil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892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✅ Taxa de sucesso: 94% atingem objetivos em 90 dias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Pronto para Transformar seu Varejo?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BC62"/>
                </a:solidFill>
              </a:rPr>
              <a:t>De 3-4% para &lt;1% em Taxa de Perdas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7BC62"/>
                </a:solidFill>
              </a:rPr>
              <a:t>De 5% para 22% em Cross-Sell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7BC62"/>
                </a:solidFill>
              </a:rPr>
              <a:t>Payback: 25 dias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0" y="3931920"/>
            <a:ext cx="4572000" cy="7315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39319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Contate-nos Agora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📧 suporte@sevenxperts.com.br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☎️  (11) 3000-0000 | 💬 WhatsApp: (11) 99999-0000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Seven Xperts | CNPJ 32.794.007/0001-19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2026-03-26T16:58:10Z</dcterms:created>
  <dcterms:modified xsi:type="dcterms:W3CDTF">2026-03-26T16:58:10Z</dcterms:modified>
</cp:coreProperties>
</file>